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Sales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business questions answered with an interactive Excel dashboard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Project  ·  Excel  ·  Pivot Tables</a:t>
            </a:r>
            <a:endParaRPr lang="en-US" sz="1200" dirty="0"/>
          </a:p>
        </p:txBody>
      </p:sp>
      <p:pic>
        <p:nvPicPr>
          <p:cNvPr id="6" name="Image 0" descr="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3931920" cy="2748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Sales Dashboard  |  Excel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at a glance</a:t>
            </a:r>
            <a:endParaRPr lang="en-US" sz="2800" dirty="0"/>
          </a:p>
        </p:txBody>
      </p:sp>
      <p:pic>
        <p:nvPicPr>
          <p:cNvPr id="5" name="Image 0" descr="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754880" cy="33233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28016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$1.41M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12801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21488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$513K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2148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301752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30175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8862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0" y="3886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1,483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38862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in 752 orders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Overall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Sales Dashboard  |  Excel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revenue and profit trending month over month?</a:t>
            </a:r>
            <a:endParaRPr lang="en-US" sz="2400" dirty="0"/>
          </a:p>
        </p:txBody>
      </p:sp>
      <p:pic>
        <p:nvPicPr>
          <p:cNvPr id="5" name="Image 0" descr="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252" y="1280160"/>
            <a:ext cx="5727497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$626,970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revenue, the peak (+78% vs Nov; Nov fell 18% vs Oct)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+45%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growth Oct → Dec, in line with revenue (+46%)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36–37%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held steady every month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·  Overall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Sales Dashboard  |  Excel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sub-category drives the business?</a:t>
            </a:r>
            <a:endParaRPr lang="en-US" sz="2400" dirty="0"/>
          </a:p>
        </p:txBody>
      </p:sp>
      <p:pic>
        <p:nvPicPr>
          <p:cNvPr id="5" name="Image 0" descr="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022" y="1280160"/>
            <a:ext cx="3581956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Road Bikes ($1.03M)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Mountain Bikes ($380K)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36.7% vs 35.8%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Bikes also earn the higher margin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Customer behavior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Sales Dashboard  |  Excel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buys more: women or men?</a:t>
            </a:r>
            <a:endParaRPr lang="en-US" sz="2400" dirty="0"/>
          </a:p>
        </p:txBody>
      </p:sp>
      <p:pic>
        <p:nvPicPr>
          <p:cNvPr id="5" name="Image 0" descr="g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343" y="1280160"/>
            <a:ext cx="5941314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$709,670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 (50.3%)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$699,830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 (49.7%)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386 vs 366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female vs male: a balanced customer base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·  Customer behavior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Sales Dashboard  |  Excel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age group generates the most revenue?</a:t>
            </a:r>
            <a:endParaRPr lang="en-US" sz="2400" dirty="0"/>
          </a:p>
        </p:txBody>
      </p:sp>
      <p:pic>
        <p:nvPicPr>
          <p:cNvPr id="5" name="Image 0" descr="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2310"/>
            <a:ext cx="8229600" cy="17988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25–34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group: $512,840 revenue, 278 orders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customers aged 25–44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≈36.5%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nearly identical across all age groups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·  Profitability &amp; geography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Sales Dashboard  |  Excel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countries make the most profit?</a:t>
            </a:r>
            <a:endParaRPr lang="en-US" sz="2400" dirty="0"/>
          </a:p>
        </p:txBody>
      </p:sp>
      <p:pic>
        <p:nvPicPr>
          <p:cNvPr id="5" name="Image 0" descr="cou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280160"/>
            <a:ext cx="7487107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profit $186,410 (36% of total), also top revenue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Second: $120,420 profit, $331K revenue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≈60%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profit from Australia + USA alone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·  Profitability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Sales Dashboard  |  Excel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bike color affect sales or margin?</a:t>
            </a:r>
            <a:endParaRPr lang="en-US" sz="2400" dirty="0"/>
          </a:p>
        </p:txBody>
      </p:sp>
      <p:pic>
        <p:nvPicPr>
          <p:cNvPr id="5" name="Image 0" descr="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9010"/>
            <a:ext cx="8229600" cy="18254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seller: $577,790 (41% of revenue)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Second: $380,690, then Yellow $259K and Silver $192K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36–37%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the same for every color: color drives volume, not margin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Sales Dashboard  |  Excel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 to 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Road Bikes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revenue with a higher margin.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the 25–44 segment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20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thirds of revenue; split is balanced by gender.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beyond Australia &amp; USA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91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Canada, Germany, UK and France have room to scale.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74320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more Black, plan for December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291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leads sales; Dec was the peak (data covers Oct–Dec only).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feedback? Let’s connect.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2026-09-30T20:08:40Z</dcterms:created>
  <dcterms:modified xsi:type="dcterms:W3CDTF">2026-09-30T20:08:40Z</dcterms:modified>
</cp:coreProperties>
</file>